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94" r:id="rId5"/>
  </p:sldMasterIdLst>
  <p:notesMasterIdLst>
    <p:notesMasterId r:id="rId12"/>
  </p:notesMasterIdLst>
  <p:handoutMasterIdLst>
    <p:handoutMasterId r:id="rId13"/>
  </p:handoutMasterIdLst>
  <p:sldIdLst>
    <p:sldId id="261" r:id="rId6"/>
    <p:sldId id="380" r:id="rId7"/>
    <p:sldId id="390" r:id="rId8"/>
    <p:sldId id="402" r:id="rId9"/>
    <p:sldId id="403" r:id="rId10"/>
    <p:sldId id="396" r:id="rId11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E77"/>
    <a:srgbClr val="2F4D5D"/>
    <a:srgbClr val="DCE7F0"/>
    <a:srgbClr val="1D8D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D7C86C-CF86-4C12-B159-A4858DBFF99A}" v="3" dt="2026-04-10T10:30:45.1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59" autoAdjust="0"/>
    <p:restoredTop sz="94652"/>
  </p:normalViewPr>
  <p:slideViewPr>
    <p:cSldViewPr snapToGrid="0" snapToObjects="1">
      <p:cViewPr varScale="1">
        <p:scale>
          <a:sx n="95" d="100"/>
          <a:sy n="95" d="100"/>
        </p:scale>
        <p:origin x="26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61" d="100"/>
          <a:sy n="61" d="100"/>
        </p:scale>
        <p:origin x="3242" y="5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Van den Broeck" userId="b00005b1-0a13-40de-8b95-6453a893bb2c" providerId="ADAL" clId="{D292B5B6-FEAD-4139-B007-E8380DDDB370}"/>
    <pc:docChg chg="undo custSel addSld delSld modSld">
      <pc:chgData name="Peter Van den Broeck" userId="b00005b1-0a13-40de-8b95-6453a893bb2c" providerId="ADAL" clId="{D292B5B6-FEAD-4139-B007-E8380DDDB370}" dt="2026-04-10T10:30:59.142" v="1423" actId="20577"/>
      <pc:docMkLst>
        <pc:docMk/>
      </pc:docMkLst>
      <pc:sldChg chg="modSp mod">
        <pc:chgData name="Peter Van den Broeck" userId="b00005b1-0a13-40de-8b95-6453a893bb2c" providerId="ADAL" clId="{D292B5B6-FEAD-4139-B007-E8380DDDB370}" dt="2026-04-10T09:47:27.755" v="78" actId="6549"/>
        <pc:sldMkLst>
          <pc:docMk/>
          <pc:sldMk cId="362829990" sldId="261"/>
        </pc:sldMkLst>
        <pc:spChg chg="mod">
          <ac:chgData name="Peter Van den Broeck" userId="b00005b1-0a13-40de-8b95-6453a893bb2c" providerId="ADAL" clId="{D292B5B6-FEAD-4139-B007-E8380DDDB370}" dt="2026-04-10T09:47:27.755" v="78" actId="6549"/>
          <ac:spMkLst>
            <pc:docMk/>
            <pc:sldMk cId="362829990" sldId="261"/>
            <ac:spMk id="4" creationId="{00000000-0000-0000-0000-000000000000}"/>
          </ac:spMkLst>
        </pc:spChg>
      </pc:sldChg>
      <pc:sldChg chg="del">
        <pc:chgData name="Peter Van den Broeck" userId="b00005b1-0a13-40de-8b95-6453a893bb2c" providerId="ADAL" clId="{D292B5B6-FEAD-4139-B007-E8380DDDB370}" dt="2026-04-10T09:54:12.675" v="520" actId="47"/>
        <pc:sldMkLst>
          <pc:docMk/>
          <pc:sldMk cId="3866771462" sldId="285"/>
        </pc:sldMkLst>
      </pc:sldChg>
      <pc:sldChg chg="del">
        <pc:chgData name="Peter Van den Broeck" userId="b00005b1-0a13-40de-8b95-6453a893bb2c" providerId="ADAL" clId="{D292B5B6-FEAD-4139-B007-E8380DDDB370}" dt="2026-04-10T09:54:15.535" v="521" actId="47"/>
        <pc:sldMkLst>
          <pc:docMk/>
          <pc:sldMk cId="1199053894" sldId="350"/>
        </pc:sldMkLst>
      </pc:sldChg>
      <pc:sldChg chg="del">
        <pc:chgData name="Peter Van den Broeck" userId="b00005b1-0a13-40de-8b95-6453a893bb2c" providerId="ADAL" clId="{D292B5B6-FEAD-4139-B007-E8380DDDB370}" dt="2026-04-10T09:54:18.894" v="523" actId="47"/>
        <pc:sldMkLst>
          <pc:docMk/>
          <pc:sldMk cId="3063754321" sldId="372"/>
        </pc:sldMkLst>
      </pc:sldChg>
      <pc:sldChg chg="del">
        <pc:chgData name="Peter Van den Broeck" userId="b00005b1-0a13-40de-8b95-6453a893bb2c" providerId="ADAL" clId="{D292B5B6-FEAD-4139-B007-E8380DDDB370}" dt="2026-04-10T09:54:22.960" v="528" actId="47"/>
        <pc:sldMkLst>
          <pc:docMk/>
          <pc:sldMk cId="1342665206" sldId="373"/>
        </pc:sldMkLst>
      </pc:sldChg>
      <pc:sldChg chg="modSp mod">
        <pc:chgData name="Peter Van den Broeck" userId="b00005b1-0a13-40de-8b95-6453a893bb2c" providerId="ADAL" clId="{D292B5B6-FEAD-4139-B007-E8380DDDB370}" dt="2026-04-10T09:49:56.256" v="295" actId="20577"/>
        <pc:sldMkLst>
          <pc:docMk/>
          <pc:sldMk cId="3057162482" sldId="380"/>
        </pc:sldMkLst>
        <pc:spChg chg="mod">
          <ac:chgData name="Peter Van den Broeck" userId="b00005b1-0a13-40de-8b95-6453a893bb2c" providerId="ADAL" clId="{D292B5B6-FEAD-4139-B007-E8380DDDB370}" dt="2026-04-10T09:49:56.256" v="295" actId="20577"/>
          <ac:spMkLst>
            <pc:docMk/>
            <pc:sldMk cId="3057162482" sldId="380"/>
            <ac:spMk id="4" creationId="{00000000-0000-0000-0000-000000000000}"/>
          </ac:spMkLst>
        </pc:spChg>
        <pc:spChg chg="mod">
          <ac:chgData name="Peter Van den Broeck" userId="b00005b1-0a13-40de-8b95-6453a893bb2c" providerId="ADAL" clId="{D292B5B6-FEAD-4139-B007-E8380DDDB370}" dt="2026-04-10T09:48:05.128" v="151" actId="120"/>
          <ac:spMkLst>
            <pc:docMk/>
            <pc:sldMk cId="3057162482" sldId="380"/>
            <ac:spMk id="5" creationId="{00000000-0000-0000-0000-000000000000}"/>
          </ac:spMkLst>
        </pc:spChg>
      </pc:sldChg>
      <pc:sldChg chg="del">
        <pc:chgData name="Peter Van den Broeck" userId="b00005b1-0a13-40de-8b95-6453a893bb2c" providerId="ADAL" clId="{D292B5B6-FEAD-4139-B007-E8380DDDB370}" dt="2026-04-10T09:54:27.106" v="531" actId="47"/>
        <pc:sldMkLst>
          <pc:docMk/>
          <pc:sldMk cId="1779656013" sldId="384"/>
        </pc:sldMkLst>
      </pc:sldChg>
      <pc:sldChg chg="del">
        <pc:chgData name="Peter Van den Broeck" userId="b00005b1-0a13-40de-8b95-6453a893bb2c" providerId="ADAL" clId="{D292B5B6-FEAD-4139-B007-E8380DDDB370}" dt="2026-04-10T09:54:11.842" v="519" actId="47"/>
        <pc:sldMkLst>
          <pc:docMk/>
          <pc:sldMk cId="2882531750" sldId="387"/>
        </pc:sldMkLst>
      </pc:sldChg>
      <pc:sldChg chg="del">
        <pc:chgData name="Peter Van den Broeck" userId="b00005b1-0a13-40de-8b95-6453a893bb2c" providerId="ADAL" clId="{D292B5B6-FEAD-4139-B007-E8380DDDB370}" dt="2026-04-10T09:54:20.730" v="525" actId="47"/>
        <pc:sldMkLst>
          <pc:docMk/>
          <pc:sldMk cId="450652182" sldId="388"/>
        </pc:sldMkLst>
      </pc:sldChg>
      <pc:sldChg chg="del">
        <pc:chgData name="Peter Van den Broeck" userId="b00005b1-0a13-40de-8b95-6453a893bb2c" providerId="ADAL" clId="{D292B5B6-FEAD-4139-B007-E8380DDDB370}" dt="2026-04-10T09:54:21.516" v="526" actId="47"/>
        <pc:sldMkLst>
          <pc:docMk/>
          <pc:sldMk cId="1798038937" sldId="389"/>
        </pc:sldMkLst>
      </pc:sldChg>
      <pc:sldChg chg="addSp modSp mod">
        <pc:chgData name="Peter Van den Broeck" userId="b00005b1-0a13-40de-8b95-6453a893bb2c" providerId="ADAL" clId="{D292B5B6-FEAD-4139-B007-E8380DDDB370}" dt="2026-04-10T09:56:25.030" v="651" actId="113"/>
        <pc:sldMkLst>
          <pc:docMk/>
          <pc:sldMk cId="1876294507" sldId="390"/>
        </pc:sldMkLst>
        <pc:spChg chg="add mod">
          <ac:chgData name="Peter Van den Broeck" userId="b00005b1-0a13-40de-8b95-6453a893bb2c" providerId="ADAL" clId="{D292B5B6-FEAD-4139-B007-E8380DDDB370}" dt="2026-04-10T09:52:36.413" v="410" actId="2085"/>
          <ac:spMkLst>
            <pc:docMk/>
            <pc:sldMk cId="1876294507" sldId="390"/>
            <ac:spMk id="2" creationId="{F5C53610-848B-D7DA-016D-0F8CF6A5DFE1}"/>
          </ac:spMkLst>
        </pc:spChg>
        <pc:spChg chg="mod">
          <ac:chgData name="Peter Van den Broeck" userId="b00005b1-0a13-40de-8b95-6453a893bb2c" providerId="ADAL" clId="{D292B5B6-FEAD-4139-B007-E8380DDDB370}" dt="2026-04-10T09:56:25.030" v="651" actId="113"/>
          <ac:spMkLst>
            <pc:docMk/>
            <pc:sldMk cId="1876294507" sldId="390"/>
            <ac:spMk id="4" creationId="{00000000-0000-0000-0000-000000000000}"/>
          </ac:spMkLst>
        </pc:spChg>
        <pc:spChg chg="mod">
          <ac:chgData name="Peter Van den Broeck" userId="b00005b1-0a13-40de-8b95-6453a893bb2c" providerId="ADAL" clId="{D292B5B6-FEAD-4139-B007-E8380DDDB370}" dt="2026-04-10T09:50:15.111" v="297" actId="120"/>
          <ac:spMkLst>
            <pc:docMk/>
            <pc:sldMk cId="1876294507" sldId="390"/>
            <ac:spMk id="5" creationId="{00000000-0000-0000-0000-000000000000}"/>
          </ac:spMkLst>
        </pc:spChg>
      </pc:sldChg>
      <pc:sldChg chg="modSp del mod">
        <pc:chgData name="Peter Van den Broeck" userId="b00005b1-0a13-40de-8b95-6453a893bb2c" providerId="ADAL" clId="{D292B5B6-FEAD-4139-B007-E8380DDDB370}" dt="2026-04-10T09:54:10.240" v="518" actId="47"/>
        <pc:sldMkLst>
          <pc:docMk/>
          <pc:sldMk cId="3948473325" sldId="391"/>
        </pc:sldMkLst>
        <pc:spChg chg="mod">
          <ac:chgData name="Peter Van den Broeck" userId="b00005b1-0a13-40de-8b95-6453a893bb2c" providerId="ADAL" clId="{D292B5B6-FEAD-4139-B007-E8380DDDB370}" dt="2026-04-10T09:53:21.251" v="475" actId="6549"/>
          <ac:spMkLst>
            <pc:docMk/>
            <pc:sldMk cId="3948473325" sldId="391"/>
            <ac:spMk id="4" creationId="{00000000-0000-0000-0000-000000000000}"/>
          </ac:spMkLst>
        </pc:spChg>
        <pc:spChg chg="mod">
          <ac:chgData name="Peter Van den Broeck" userId="b00005b1-0a13-40de-8b95-6453a893bb2c" providerId="ADAL" clId="{D292B5B6-FEAD-4139-B007-E8380DDDB370}" dt="2026-04-10T09:53:11.959" v="412" actId="120"/>
          <ac:spMkLst>
            <pc:docMk/>
            <pc:sldMk cId="3948473325" sldId="391"/>
            <ac:spMk id="5" creationId="{00000000-0000-0000-0000-000000000000}"/>
          </ac:spMkLst>
        </pc:spChg>
      </pc:sldChg>
      <pc:sldChg chg="del">
        <pc:chgData name="Peter Van den Broeck" userId="b00005b1-0a13-40de-8b95-6453a893bb2c" providerId="ADAL" clId="{D292B5B6-FEAD-4139-B007-E8380DDDB370}" dt="2026-04-10T09:54:17.368" v="522" actId="47"/>
        <pc:sldMkLst>
          <pc:docMk/>
          <pc:sldMk cId="250213253" sldId="392"/>
        </pc:sldMkLst>
      </pc:sldChg>
      <pc:sldChg chg="del">
        <pc:chgData name="Peter Van den Broeck" userId="b00005b1-0a13-40de-8b95-6453a893bb2c" providerId="ADAL" clId="{D292B5B6-FEAD-4139-B007-E8380DDDB370}" dt="2026-04-10T09:54:39.184" v="533" actId="47"/>
        <pc:sldMkLst>
          <pc:docMk/>
          <pc:sldMk cId="2179180880" sldId="395"/>
        </pc:sldMkLst>
      </pc:sldChg>
      <pc:sldChg chg="del">
        <pc:chgData name="Peter Van den Broeck" userId="b00005b1-0a13-40de-8b95-6453a893bb2c" providerId="ADAL" clId="{D292B5B6-FEAD-4139-B007-E8380DDDB370}" dt="2026-04-10T09:54:23.494" v="529" actId="47"/>
        <pc:sldMkLst>
          <pc:docMk/>
          <pc:sldMk cId="890024958" sldId="397"/>
        </pc:sldMkLst>
      </pc:sldChg>
      <pc:sldChg chg="del">
        <pc:chgData name="Peter Van den Broeck" userId="b00005b1-0a13-40de-8b95-6453a893bb2c" providerId="ADAL" clId="{D292B5B6-FEAD-4139-B007-E8380DDDB370}" dt="2026-04-10T09:54:24.829" v="530" actId="47"/>
        <pc:sldMkLst>
          <pc:docMk/>
          <pc:sldMk cId="3236371219" sldId="398"/>
        </pc:sldMkLst>
      </pc:sldChg>
      <pc:sldChg chg="del">
        <pc:chgData name="Peter Van den Broeck" userId="b00005b1-0a13-40de-8b95-6453a893bb2c" providerId="ADAL" clId="{D292B5B6-FEAD-4139-B007-E8380DDDB370}" dt="2026-04-10T09:54:22.034" v="527" actId="47"/>
        <pc:sldMkLst>
          <pc:docMk/>
          <pc:sldMk cId="352669160" sldId="399"/>
        </pc:sldMkLst>
      </pc:sldChg>
      <pc:sldChg chg="del">
        <pc:chgData name="Peter Van den Broeck" userId="b00005b1-0a13-40de-8b95-6453a893bb2c" providerId="ADAL" clId="{D292B5B6-FEAD-4139-B007-E8380DDDB370}" dt="2026-04-10T09:54:20.039" v="524" actId="47"/>
        <pc:sldMkLst>
          <pc:docMk/>
          <pc:sldMk cId="1721970719" sldId="400"/>
        </pc:sldMkLst>
      </pc:sldChg>
      <pc:sldChg chg="del">
        <pc:chgData name="Peter Van den Broeck" userId="b00005b1-0a13-40de-8b95-6453a893bb2c" providerId="ADAL" clId="{D292B5B6-FEAD-4139-B007-E8380DDDB370}" dt="2026-04-10T09:54:28.880" v="532" actId="47"/>
        <pc:sldMkLst>
          <pc:docMk/>
          <pc:sldMk cId="3962970942" sldId="401"/>
        </pc:sldMkLst>
      </pc:sldChg>
      <pc:sldChg chg="delSp modSp add mod">
        <pc:chgData name="Peter Van den Broeck" userId="b00005b1-0a13-40de-8b95-6453a893bb2c" providerId="ADAL" clId="{D292B5B6-FEAD-4139-B007-E8380DDDB370}" dt="2026-04-10T10:24:01.565" v="1340" actId="6549"/>
        <pc:sldMkLst>
          <pc:docMk/>
          <pc:sldMk cId="1947863650" sldId="402"/>
        </pc:sldMkLst>
        <pc:spChg chg="del">
          <ac:chgData name="Peter Van den Broeck" userId="b00005b1-0a13-40de-8b95-6453a893bb2c" providerId="ADAL" clId="{D292B5B6-FEAD-4139-B007-E8380DDDB370}" dt="2026-04-10T10:03:49.199" v="879" actId="478"/>
          <ac:spMkLst>
            <pc:docMk/>
            <pc:sldMk cId="1947863650" sldId="402"/>
            <ac:spMk id="2" creationId="{0169460D-E10C-DAA7-B428-1C29F52AD5CC}"/>
          </ac:spMkLst>
        </pc:spChg>
        <pc:spChg chg="mod">
          <ac:chgData name="Peter Van den Broeck" userId="b00005b1-0a13-40de-8b95-6453a893bb2c" providerId="ADAL" clId="{D292B5B6-FEAD-4139-B007-E8380DDDB370}" dt="2026-04-10T10:24:01.565" v="1340" actId="6549"/>
          <ac:spMkLst>
            <pc:docMk/>
            <pc:sldMk cId="1947863650" sldId="402"/>
            <ac:spMk id="4" creationId="{9B8F90A5-FE02-F5B0-03FA-662CFF653D33}"/>
          </ac:spMkLst>
        </pc:spChg>
        <pc:spChg chg="del">
          <ac:chgData name="Peter Van den Broeck" userId="b00005b1-0a13-40de-8b95-6453a893bb2c" providerId="ADAL" clId="{D292B5B6-FEAD-4139-B007-E8380DDDB370}" dt="2026-04-10T10:03:53.608" v="880" actId="478"/>
          <ac:spMkLst>
            <pc:docMk/>
            <pc:sldMk cId="1947863650" sldId="402"/>
            <ac:spMk id="15" creationId="{457299F6-D269-7C16-2611-1B891C205B55}"/>
          </ac:spMkLst>
        </pc:spChg>
        <pc:spChg chg="del">
          <ac:chgData name="Peter Van den Broeck" userId="b00005b1-0a13-40de-8b95-6453a893bb2c" providerId="ADAL" clId="{D292B5B6-FEAD-4139-B007-E8380DDDB370}" dt="2026-04-10T10:03:53.608" v="880" actId="478"/>
          <ac:spMkLst>
            <pc:docMk/>
            <pc:sldMk cId="1947863650" sldId="402"/>
            <ac:spMk id="17" creationId="{2FD69184-3BF0-B8D7-3618-B35D84835E75}"/>
          </ac:spMkLst>
        </pc:spChg>
        <pc:spChg chg="del">
          <ac:chgData name="Peter Van den Broeck" userId="b00005b1-0a13-40de-8b95-6453a893bb2c" providerId="ADAL" clId="{D292B5B6-FEAD-4139-B007-E8380DDDB370}" dt="2026-04-10T10:03:53.608" v="880" actId="478"/>
          <ac:spMkLst>
            <pc:docMk/>
            <pc:sldMk cId="1947863650" sldId="402"/>
            <ac:spMk id="18" creationId="{FE4FC5FE-290B-4977-A3F8-C67F9E2D4578}"/>
          </ac:spMkLst>
        </pc:spChg>
        <pc:spChg chg="del">
          <ac:chgData name="Peter Van den Broeck" userId="b00005b1-0a13-40de-8b95-6453a893bb2c" providerId="ADAL" clId="{D292B5B6-FEAD-4139-B007-E8380DDDB370}" dt="2026-04-10T10:03:53.608" v="880" actId="478"/>
          <ac:spMkLst>
            <pc:docMk/>
            <pc:sldMk cId="1947863650" sldId="402"/>
            <ac:spMk id="22" creationId="{23C78115-A087-8ECD-42A9-EE7A94DBB945}"/>
          </ac:spMkLst>
        </pc:spChg>
        <pc:spChg chg="del">
          <ac:chgData name="Peter Van den Broeck" userId="b00005b1-0a13-40de-8b95-6453a893bb2c" providerId="ADAL" clId="{D292B5B6-FEAD-4139-B007-E8380DDDB370}" dt="2026-04-10T10:03:41.048" v="878" actId="478"/>
          <ac:spMkLst>
            <pc:docMk/>
            <pc:sldMk cId="1947863650" sldId="402"/>
            <ac:spMk id="24" creationId="{5CDF29A9-6487-EA8B-004E-87A38F7EC775}"/>
          </ac:spMkLst>
        </pc:spChg>
        <pc:picChg chg="del">
          <ac:chgData name="Peter Van den Broeck" userId="b00005b1-0a13-40de-8b95-6453a893bb2c" providerId="ADAL" clId="{D292B5B6-FEAD-4139-B007-E8380DDDB370}" dt="2026-04-10T09:54:04.119" v="517" actId="478"/>
          <ac:picMkLst>
            <pc:docMk/>
            <pc:sldMk cId="1947863650" sldId="402"/>
            <ac:picMk id="8" creationId="{1ADF54A5-8ACD-CA75-B65F-CAC77E1343B2}"/>
          </ac:picMkLst>
        </pc:picChg>
        <pc:picChg chg="del">
          <ac:chgData name="Peter Van den Broeck" userId="b00005b1-0a13-40de-8b95-6453a893bb2c" providerId="ADAL" clId="{D292B5B6-FEAD-4139-B007-E8380DDDB370}" dt="2026-04-10T10:03:37.436" v="877" actId="478"/>
          <ac:picMkLst>
            <pc:docMk/>
            <pc:sldMk cId="1947863650" sldId="402"/>
            <ac:picMk id="23" creationId="{B8B26203-38EA-CCB3-BE99-DDF30AC0A89B}"/>
          </ac:picMkLst>
        </pc:picChg>
        <pc:cxnChg chg="del">
          <ac:chgData name="Peter Van den Broeck" userId="b00005b1-0a13-40de-8b95-6453a893bb2c" providerId="ADAL" clId="{D292B5B6-FEAD-4139-B007-E8380DDDB370}" dt="2026-04-10T10:03:53.608" v="880" actId="478"/>
          <ac:cxnSpMkLst>
            <pc:docMk/>
            <pc:sldMk cId="1947863650" sldId="402"/>
            <ac:cxnSpMk id="11" creationId="{6454B9DC-308C-00A6-AA47-EF367E93658A}"/>
          </ac:cxnSpMkLst>
        </pc:cxnChg>
        <pc:cxnChg chg="del">
          <ac:chgData name="Peter Van den Broeck" userId="b00005b1-0a13-40de-8b95-6453a893bb2c" providerId="ADAL" clId="{D292B5B6-FEAD-4139-B007-E8380DDDB370}" dt="2026-04-10T10:03:53.608" v="880" actId="478"/>
          <ac:cxnSpMkLst>
            <pc:docMk/>
            <pc:sldMk cId="1947863650" sldId="402"/>
            <ac:cxnSpMk id="12" creationId="{7D47815C-69BF-C094-A514-C8B62E9DCB44}"/>
          </ac:cxnSpMkLst>
        </pc:cxnChg>
        <pc:cxnChg chg="del">
          <ac:chgData name="Peter Van den Broeck" userId="b00005b1-0a13-40de-8b95-6453a893bb2c" providerId="ADAL" clId="{D292B5B6-FEAD-4139-B007-E8380DDDB370}" dt="2026-04-10T10:03:53.608" v="880" actId="478"/>
          <ac:cxnSpMkLst>
            <pc:docMk/>
            <pc:sldMk cId="1947863650" sldId="402"/>
            <ac:cxnSpMk id="13" creationId="{BD8590FD-ABC0-1F9C-3E85-35C8EE8F7AC2}"/>
          </ac:cxnSpMkLst>
        </pc:cxnChg>
        <pc:cxnChg chg="del">
          <ac:chgData name="Peter Van den Broeck" userId="b00005b1-0a13-40de-8b95-6453a893bb2c" providerId="ADAL" clId="{D292B5B6-FEAD-4139-B007-E8380DDDB370}" dt="2026-04-10T10:03:53.608" v="880" actId="478"/>
          <ac:cxnSpMkLst>
            <pc:docMk/>
            <pc:sldMk cId="1947863650" sldId="402"/>
            <ac:cxnSpMk id="14" creationId="{C45FA40B-2175-63B6-6793-442AD769CC52}"/>
          </ac:cxnSpMkLst>
        </pc:cxnChg>
        <pc:cxnChg chg="del">
          <ac:chgData name="Peter Van den Broeck" userId="b00005b1-0a13-40de-8b95-6453a893bb2c" providerId="ADAL" clId="{D292B5B6-FEAD-4139-B007-E8380DDDB370}" dt="2026-04-10T10:03:53.608" v="880" actId="478"/>
          <ac:cxnSpMkLst>
            <pc:docMk/>
            <pc:sldMk cId="1947863650" sldId="402"/>
            <ac:cxnSpMk id="16" creationId="{FBF30505-3982-978A-F0E5-6CAAD58373B7}"/>
          </ac:cxnSpMkLst>
        </pc:cxnChg>
        <pc:cxnChg chg="del">
          <ac:chgData name="Peter Van den Broeck" userId="b00005b1-0a13-40de-8b95-6453a893bb2c" providerId="ADAL" clId="{D292B5B6-FEAD-4139-B007-E8380DDDB370}" dt="2026-04-10T10:03:53.608" v="880" actId="478"/>
          <ac:cxnSpMkLst>
            <pc:docMk/>
            <pc:sldMk cId="1947863650" sldId="402"/>
            <ac:cxnSpMk id="19" creationId="{8641A7AF-7A5D-D3DC-1ECF-B47576E999F1}"/>
          </ac:cxnSpMkLst>
        </pc:cxnChg>
        <pc:cxnChg chg="del">
          <ac:chgData name="Peter Van den Broeck" userId="b00005b1-0a13-40de-8b95-6453a893bb2c" providerId="ADAL" clId="{D292B5B6-FEAD-4139-B007-E8380DDDB370}" dt="2026-04-10T10:03:58.623" v="881" actId="478"/>
          <ac:cxnSpMkLst>
            <pc:docMk/>
            <pc:sldMk cId="1947863650" sldId="402"/>
            <ac:cxnSpMk id="20" creationId="{FD242158-5CE6-3CD8-5817-3BA4D9A4EA27}"/>
          </ac:cxnSpMkLst>
        </pc:cxnChg>
        <pc:cxnChg chg="del">
          <ac:chgData name="Peter Van den Broeck" userId="b00005b1-0a13-40de-8b95-6453a893bb2c" providerId="ADAL" clId="{D292B5B6-FEAD-4139-B007-E8380DDDB370}" dt="2026-04-10T10:03:58.623" v="881" actId="478"/>
          <ac:cxnSpMkLst>
            <pc:docMk/>
            <pc:sldMk cId="1947863650" sldId="402"/>
            <ac:cxnSpMk id="21" creationId="{1C81EB5A-DB84-F414-CD0C-0053771DA996}"/>
          </ac:cxnSpMkLst>
        </pc:cxnChg>
      </pc:sldChg>
      <pc:sldChg chg="addSp delSp modSp add mod modClrScheme chgLayout">
        <pc:chgData name="Peter Van den Broeck" userId="b00005b1-0a13-40de-8b95-6453a893bb2c" providerId="ADAL" clId="{D292B5B6-FEAD-4139-B007-E8380DDDB370}" dt="2026-04-10T10:30:59.142" v="1423" actId="20577"/>
        <pc:sldMkLst>
          <pc:docMk/>
          <pc:sldMk cId="1131605603" sldId="403"/>
        </pc:sldMkLst>
        <pc:spChg chg="del">
          <ac:chgData name="Peter Van den Broeck" userId="b00005b1-0a13-40de-8b95-6453a893bb2c" providerId="ADAL" clId="{D292B5B6-FEAD-4139-B007-E8380DDDB370}" dt="2026-04-10T10:06:44.246" v="909" actId="478"/>
          <ac:spMkLst>
            <pc:docMk/>
            <pc:sldMk cId="1131605603" sldId="403"/>
            <ac:spMk id="2" creationId="{3A4292B2-CE3B-6D6D-AB53-6A44811F5CB0}"/>
          </ac:spMkLst>
        </pc:spChg>
        <pc:spChg chg="mod">
          <ac:chgData name="Peter Van den Broeck" userId="b00005b1-0a13-40de-8b95-6453a893bb2c" providerId="ADAL" clId="{D292B5B6-FEAD-4139-B007-E8380DDDB370}" dt="2026-04-10T10:26:13.385" v="1394" actId="26606"/>
          <ac:spMkLst>
            <pc:docMk/>
            <pc:sldMk cId="1131605603" sldId="403"/>
            <ac:spMk id="3" creationId="{6572BBC8-B147-F490-5B72-28839313A611}"/>
          </ac:spMkLst>
        </pc:spChg>
        <pc:spChg chg="mod">
          <ac:chgData name="Peter Van den Broeck" userId="b00005b1-0a13-40de-8b95-6453a893bb2c" providerId="ADAL" clId="{D292B5B6-FEAD-4139-B007-E8380DDDB370}" dt="2026-04-10T10:30:59.142" v="1423" actId="20577"/>
          <ac:spMkLst>
            <pc:docMk/>
            <pc:sldMk cId="1131605603" sldId="403"/>
            <ac:spMk id="4" creationId="{3299749B-7C61-0198-278D-4B736354A1A1}"/>
          </ac:spMkLst>
        </pc:spChg>
        <pc:spChg chg="mod ord">
          <ac:chgData name="Peter Van den Broeck" userId="b00005b1-0a13-40de-8b95-6453a893bb2c" providerId="ADAL" clId="{D292B5B6-FEAD-4139-B007-E8380DDDB370}" dt="2026-04-10T10:26:13.385" v="1394" actId="26606"/>
          <ac:spMkLst>
            <pc:docMk/>
            <pc:sldMk cId="1131605603" sldId="403"/>
            <ac:spMk id="5" creationId="{EA179455-E9BA-8676-E68E-FF1C04A21B86}"/>
          </ac:spMkLst>
        </pc:spChg>
        <pc:spChg chg="del">
          <ac:chgData name="Peter Van den Broeck" userId="b00005b1-0a13-40de-8b95-6453a893bb2c" providerId="ADAL" clId="{D292B5B6-FEAD-4139-B007-E8380DDDB370}" dt="2026-04-10T10:06:39.436" v="908" actId="478"/>
          <ac:spMkLst>
            <pc:docMk/>
            <pc:sldMk cId="1131605603" sldId="403"/>
            <ac:spMk id="15" creationId="{AE3A8D29-644B-A92B-14CE-728D1E6466DE}"/>
          </ac:spMkLst>
        </pc:spChg>
        <pc:spChg chg="del">
          <ac:chgData name="Peter Van den Broeck" userId="b00005b1-0a13-40de-8b95-6453a893bb2c" providerId="ADAL" clId="{D292B5B6-FEAD-4139-B007-E8380DDDB370}" dt="2026-04-10T10:06:39.436" v="908" actId="478"/>
          <ac:spMkLst>
            <pc:docMk/>
            <pc:sldMk cId="1131605603" sldId="403"/>
            <ac:spMk id="17" creationId="{435A79BF-5EE5-BB11-FE0E-800A68833699}"/>
          </ac:spMkLst>
        </pc:spChg>
        <pc:spChg chg="del">
          <ac:chgData name="Peter Van den Broeck" userId="b00005b1-0a13-40de-8b95-6453a893bb2c" providerId="ADAL" clId="{D292B5B6-FEAD-4139-B007-E8380DDDB370}" dt="2026-04-10T10:06:39.436" v="908" actId="478"/>
          <ac:spMkLst>
            <pc:docMk/>
            <pc:sldMk cId="1131605603" sldId="403"/>
            <ac:spMk id="18" creationId="{8F33B93C-0923-B66E-4B0B-F21A8DE6B7CD}"/>
          </ac:spMkLst>
        </pc:spChg>
        <pc:spChg chg="del">
          <ac:chgData name="Peter Van den Broeck" userId="b00005b1-0a13-40de-8b95-6453a893bb2c" providerId="ADAL" clId="{D292B5B6-FEAD-4139-B007-E8380DDDB370}" dt="2026-04-10T10:06:39.436" v="908" actId="478"/>
          <ac:spMkLst>
            <pc:docMk/>
            <pc:sldMk cId="1131605603" sldId="403"/>
            <ac:spMk id="22" creationId="{EE865FEB-7A03-7CCD-251A-1C9B53F36E84}"/>
          </ac:spMkLst>
        </pc:spChg>
        <pc:spChg chg="del">
          <ac:chgData name="Peter Van den Broeck" userId="b00005b1-0a13-40de-8b95-6453a893bb2c" providerId="ADAL" clId="{D292B5B6-FEAD-4139-B007-E8380DDDB370}" dt="2026-04-10T10:06:35.979" v="907" actId="478"/>
          <ac:spMkLst>
            <pc:docMk/>
            <pc:sldMk cId="1131605603" sldId="403"/>
            <ac:spMk id="24" creationId="{C1B7CEB2-74A9-89F4-C6FB-EC1E10305270}"/>
          </ac:spMkLst>
        </pc:spChg>
        <pc:picChg chg="add mod">
          <ac:chgData name="Peter Van den Broeck" userId="b00005b1-0a13-40de-8b95-6453a893bb2c" providerId="ADAL" clId="{D292B5B6-FEAD-4139-B007-E8380DDDB370}" dt="2026-04-10T10:27:11.058" v="1411" actId="1076"/>
          <ac:picMkLst>
            <pc:docMk/>
            <pc:sldMk cId="1131605603" sldId="403"/>
            <ac:picMk id="7" creationId="{EB072D5E-AFCC-2C39-D01C-B91A6CC5348E}"/>
          </ac:picMkLst>
        </pc:picChg>
        <pc:picChg chg="del">
          <ac:chgData name="Peter Van den Broeck" userId="b00005b1-0a13-40de-8b95-6453a893bb2c" providerId="ADAL" clId="{D292B5B6-FEAD-4139-B007-E8380DDDB370}" dt="2026-04-10T10:06:31.583" v="906" actId="478"/>
          <ac:picMkLst>
            <pc:docMk/>
            <pc:sldMk cId="1131605603" sldId="403"/>
            <ac:picMk id="23" creationId="{A07813A3-2371-73AE-53D7-B8175458FA51}"/>
          </ac:picMkLst>
        </pc:picChg>
        <pc:cxnChg chg="del">
          <ac:chgData name="Peter Van den Broeck" userId="b00005b1-0a13-40de-8b95-6453a893bb2c" providerId="ADAL" clId="{D292B5B6-FEAD-4139-B007-E8380DDDB370}" dt="2026-04-10T10:06:39.436" v="908" actId="478"/>
          <ac:cxnSpMkLst>
            <pc:docMk/>
            <pc:sldMk cId="1131605603" sldId="403"/>
            <ac:cxnSpMk id="11" creationId="{6F11D5F4-CC92-B1BA-E170-A1BD5807FB2F}"/>
          </ac:cxnSpMkLst>
        </pc:cxnChg>
        <pc:cxnChg chg="del">
          <ac:chgData name="Peter Van den Broeck" userId="b00005b1-0a13-40de-8b95-6453a893bb2c" providerId="ADAL" clId="{D292B5B6-FEAD-4139-B007-E8380DDDB370}" dt="2026-04-10T10:06:39.436" v="908" actId="478"/>
          <ac:cxnSpMkLst>
            <pc:docMk/>
            <pc:sldMk cId="1131605603" sldId="403"/>
            <ac:cxnSpMk id="12" creationId="{EF2FE2AB-384E-2F14-CA2D-C7AEF087BB9B}"/>
          </ac:cxnSpMkLst>
        </pc:cxnChg>
        <pc:cxnChg chg="del">
          <ac:chgData name="Peter Van den Broeck" userId="b00005b1-0a13-40de-8b95-6453a893bb2c" providerId="ADAL" clId="{D292B5B6-FEAD-4139-B007-E8380DDDB370}" dt="2026-04-10T10:06:39.436" v="908" actId="478"/>
          <ac:cxnSpMkLst>
            <pc:docMk/>
            <pc:sldMk cId="1131605603" sldId="403"/>
            <ac:cxnSpMk id="13" creationId="{B289C2BC-70DD-5F29-932E-C95130981E60}"/>
          </ac:cxnSpMkLst>
        </pc:cxnChg>
        <pc:cxnChg chg="del">
          <ac:chgData name="Peter Van den Broeck" userId="b00005b1-0a13-40de-8b95-6453a893bb2c" providerId="ADAL" clId="{D292B5B6-FEAD-4139-B007-E8380DDDB370}" dt="2026-04-10T10:06:39.436" v="908" actId="478"/>
          <ac:cxnSpMkLst>
            <pc:docMk/>
            <pc:sldMk cId="1131605603" sldId="403"/>
            <ac:cxnSpMk id="14" creationId="{7CAF5FD0-92DE-7719-5A95-AD396ED0ED64}"/>
          </ac:cxnSpMkLst>
        </pc:cxnChg>
        <pc:cxnChg chg="del">
          <ac:chgData name="Peter Van den Broeck" userId="b00005b1-0a13-40de-8b95-6453a893bb2c" providerId="ADAL" clId="{D292B5B6-FEAD-4139-B007-E8380DDDB370}" dt="2026-04-10T10:06:39.436" v="908" actId="478"/>
          <ac:cxnSpMkLst>
            <pc:docMk/>
            <pc:sldMk cId="1131605603" sldId="403"/>
            <ac:cxnSpMk id="19" creationId="{18BBD667-4981-3C43-44F3-7EFE3920087D}"/>
          </ac:cxnSpMkLst>
        </pc:cxnChg>
        <pc:cxnChg chg="del">
          <ac:chgData name="Peter Van den Broeck" userId="b00005b1-0a13-40de-8b95-6453a893bb2c" providerId="ADAL" clId="{D292B5B6-FEAD-4139-B007-E8380DDDB370}" dt="2026-04-10T10:06:39.436" v="908" actId="478"/>
          <ac:cxnSpMkLst>
            <pc:docMk/>
            <pc:sldMk cId="1131605603" sldId="403"/>
            <ac:cxnSpMk id="20" creationId="{9331A308-0DF2-433C-487B-391695032255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91CCF-F6FD-734B-854A-5BC033593B1E}" type="datetimeFigureOut">
              <a:rPr lang="nl-NL" smtClean="0"/>
              <a:t>13-4-2026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66214-DB21-4647-B5DA-0D17CA592867}" type="datetimeFigureOut">
              <a:rPr lang="nl-NL" smtClean="0"/>
              <a:t>13-4-2026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E32A-327F-AF4B-8E1F-209FBF93D26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10" name="Rechthoek 9"/>
          <p:cNvSpPr/>
          <p:nvPr userDrawn="1"/>
        </p:nvSpPr>
        <p:spPr>
          <a:xfrm>
            <a:off x="0" y="648000"/>
            <a:ext cx="12193200" cy="621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8" name="Rechthoek 7"/>
          <p:cNvSpPr/>
          <p:nvPr userDrawn="1"/>
        </p:nvSpPr>
        <p:spPr>
          <a:xfrm>
            <a:off x="0" y="647998"/>
            <a:ext cx="12193200" cy="445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9" name="Afbeelding 8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000" y="399216"/>
            <a:ext cx="2530452" cy="804433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75999" y="1080000"/>
            <a:ext cx="6096524" cy="4024798"/>
          </a:xfrm>
        </p:spPr>
        <p:txBody>
          <a:bodyPr anchor="ctr" anchorCtr="0">
            <a:normAutofit/>
          </a:bodyPr>
          <a:lstStyle>
            <a:lvl1pPr algn="l">
              <a:defRPr sz="40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575999" y="5392801"/>
            <a:ext cx="6096524" cy="730188"/>
          </a:xfrm>
        </p:spPr>
        <p:txBody>
          <a:bodyPr lIns="0" tIns="0" rIns="0" bIns="0"/>
          <a:lstStyle>
            <a:lvl1pPr marL="0" indent="0" algn="l">
              <a:buNone/>
              <a:defRPr sz="24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248525" y="1654175"/>
            <a:ext cx="4368673" cy="44688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28617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pos="4203">
          <p15:clr>
            <a:srgbClr val="FBAE40"/>
          </p15:clr>
        </p15:guide>
        <p15:guide id="3" orient="horz" pos="397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D82A-9B17-4E5F-A841-9A2AC2844134}" type="datetime1">
              <a:rPr lang="en-GB" smtClean="0"/>
              <a:t>13/04/2026</a:t>
            </a:fld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12193200" cy="6207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5999" y="1800000"/>
            <a:ext cx="6096524" cy="2386800"/>
          </a:xfrm>
        </p:spPr>
        <p:txBody>
          <a:bodyPr anchor="b"/>
          <a:lstStyle>
            <a:lvl1pPr>
              <a:defRPr sz="40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5999" y="4359600"/>
            <a:ext cx="6096264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409C-9EE4-4FB9-AF96-73092DB2B16C}" type="datetime1">
              <a:rPr lang="en-GB" smtClean="0"/>
              <a:t>13/04/2026</a:t>
            </a:fld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7248525" y="584201"/>
            <a:ext cx="4368673" cy="2376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7248262" y="3248513"/>
            <a:ext cx="4368673" cy="2376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52148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3">
          <p15:clr>
            <a:srgbClr val="FBAE40"/>
          </p15:clr>
        </p15:guide>
        <p15:guide id="2" pos="420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5999" y="1800000"/>
            <a:ext cx="6096264" cy="23868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5999" y="4359600"/>
            <a:ext cx="6096264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7AB45-D532-46B7-AC26-9A9A0BE017A8}" type="datetime1">
              <a:rPr lang="en-GB" smtClean="0"/>
              <a:t>13/04/2026</a:t>
            </a:fld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7248525" y="584201"/>
            <a:ext cx="4368673" cy="504031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3" userDrawn="1">
          <p15:clr>
            <a:srgbClr val="FBAE40"/>
          </p15:clr>
        </p15:guide>
        <p15:guide id="2" pos="4203" userDrawn="1">
          <p15:clr>
            <a:srgbClr val="FBAE40"/>
          </p15:clr>
        </p15:guide>
        <p15:guide id="3" orient="horz" pos="36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90D64-CF8B-43A6-B811-CEC5EB564E1F}" type="datetime1">
              <a:rPr lang="en-GB" smtClean="0"/>
              <a:t>13/04/2026</a:t>
            </a:fld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  <p:sp>
        <p:nvSpPr>
          <p:cNvPr id="9" name="Tijdelijke aanduiding voor tekst 2"/>
          <p:cNvSpPr>
            <a:spLocks noGrp="1"/>
          </p:cNvSpPr>
          <p:nvPr>
            <p:ph idx="1"/>
          </p:nvPr>
        </p:nvSpPr>
        <p:spPr>
          <a:xfrm>
            <a:off x="576000" y="1656000"/>
            <a:ext cx="54000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6217200" y="1656000"/>
            <a:ext cx="5400000" cy="4464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59589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5421575" cy="54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576000" y="2276271"/>
            <a:ext cx="5421575" cy="383765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56000"/>
            <a:ext cx="5445000" cy="54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276271"/>
            <a:ext cx="5445000" cy="383765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278C1-EC81-4A2E-A54D-43AE03A9264A}" type="datetime1">
              <a:rPr lang="en-GB" smtClean="0"/>
              <a:t>13/04/2026</a:t>
            </a:fld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8400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47D6-6C91-4545-B737-0F95D3AEEF41}" type="datetime1">
              <a:rPr lang="en-GB" smtClean="0"/>
              <a:t>13/04/2026</a:t>
            </a:fld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46631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C08D-316E-488B-A76D-07D75C4FC1E8}" type="datetime1">
              <a:rPr lang="en-GB" smtClean="0"/>
              <a:t>13/04/2026</a:t>
            </a:fld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7772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Sl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/>
          <p:cNvSpPr/>
          <p:nvPr userDrawn="1"/>
        </p:nvSpPr>
        <p:spPr>
          <a:xfrm>
            <a:off x="0" y="0"/>
            <a:ext cx="12193200" cy="6209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9120" y="510988"/>
            <a:ext cx="11039793" cy="5184424"/>
          </a:xfrm>
        </p:spPr>
        <p:txBody>
          <a:bodyPr anchor="ctr" anchorCtr="0">
            <a:noAutofit/>
          </a:bodyPr>
          <a:lstStyle>
            <a:lvl1pPr algn="ctr">
              <a:defRPr sz="60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39035-197F-4CB8-85CE-2740151708F4}" type="datetime1">
              <a:rPr lang="en-GB" smtClean="0"/>
              <a:t>13/04/2026</a:t>
            </a:fld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en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B1167-A08C-4C1B-94A5-5CD743B1EF80}" type="datetime1">
              <a:rPr lang="en-GB" smtClean="0"/>
              <a:t>13/04/2026</a:t>
            </a:fld>
            <a:endParaRPr lang="nl-NL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Dynamics of Structures – Technology campus Ghent</a:t>
            </a:r>
            <a:endParaRPr lang="nl-NL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768351" y="1655999"/>
            <a:ext cx="10655300" cy="43923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59387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12192000" cy="6207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 sz="180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4389" y="701034"/>
            <a:ext cx="6197612" cy="5507747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767999" y="1800000"/>
            <a:ext cx="8689268" cy="23868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9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767999" y="4359600"/>
            <a:ext cx="8689268" cy="1501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C5B4797-A571-40C7-A464-741EBA1FD26E}" type="datetime1">
              <a:rPr lang="en-GB" smtClean="0"/>
              <a:t>13/04/2026</a:t>
            </a:fld>
            <a:endParaRPr lang="nl-NL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 dirty="0"/>
              <a:t>Dynamics of </a:t>
            </a:r>
            <a:r>
              <a:rPr lang="nl-NL" dirty="0" err="1"/>
              <a:t>Structures</a:t>
            </a:r>
            <a:r>
              <a:rPr lang="nl-NL" dirty="0"/>
              <a:t> – Technology campus </a:t>
            </a:r>
            <a:r>
              <a:rPr lang="nl-NL" dirty="0" err="1"/>
              <a:t>Ghent</a:t>
            </a:r>
            <a:endParaRPr lang="nl-NL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43001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46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8" name="Rechthoek 7"/>
          <p:cNvSpPr/>
          <p:nvPr/>
        </p:nvSpPr>
        <p:spPr>
          <a:xfrm>
            <a:off x="0" y="647998"/>
            <a:ext cx="12193200" cy="6210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9" name="Afbeelding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2018135" cy="720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1" y="1350253"/>
            <a:ext cx="4648209" cy="5507747"/>
          </a:xfrm>
          <a:prstGeom prst="rect">
            <a:avLst/>
          </a:prstGeom>
        </p:spPr>
      </p:pic>
      <p:sp>
        <p:nvSpPr>
          <p:cNvPr id="12" name="Ondertitel 2"/>
          <p:cNvSpPr>
            <a:spLocks noGrp="1"/>
          </p:cNvSpPr>
          <p:nvPr>
            <p:ph type="subTitle" idx="1"/>
          </p:nvPr>
        </p:nvSpPr>
        <p:spPr>
          <a:xfrm>
            <a:off x="576003" y="4359604"/>
            <a:ext cx="8333999" cy="1655999"/>
          </a:xfrm>
        </p:spPr>
        <p:txBody>
          <a:bodyPr lIns="0" tIns="0" rIns="0" bIns="0"/>
          <a:lstStyle>
            <a:lvl1pPr marL="0" indent="0" algn="l">
              <a:buNone/>
              <a:defRPr sz="2400" baseline="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nl-NL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6000" y="1800000"/>
            <a:ext cx="8334000" cy="238680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de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3203803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12193200" cy="6207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ECDC-2890-412F-9490-726EC62BC1E0}" type="datetime1">
              <a:rPr lang="en-GB" smtClean="0"/>
              <a:t>13/04/2026</a:t>
            </a:fld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79DAE-D0A6-40C3-B8BC-6A97C268D03A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1" y="675126"/>
            <a:ext cx="4648209" cy="5507747"/>
          </a:xfrm>
          <a:prstGeom prst="rect">
            <a:avLst/>
          </a:prstGeom>
        </p:spPr>
      </p:pic>
      <p:sp>
        <p:nvSpPr>
          <p:cNvPr id="9" name="Titel 1"/>
          <p:cNvSpPr>
            <a:spLocks noGrp="1"/>
          </p:cNvSpPr>
          <p:nvPr>
            <p:ph type="title"/>
          </p:nvPr>
        </p:nvSpPr>
        <p:spPr>
          <a:xfrm>
            <a:off x="576003" y="1800000"/>
            <a:ext cx="8333999" cy="2386800"/>
          </a:xfrm>
        </p:spPr>
        <p:txBody>
          <a:bodyPr anchor="b">
            <a:normAutofit/>
          </a:bodyPr>
          <a:lstStyle>
            <a:lvl1pPr>
              <a:defRPr sz="4000" baseline="0">
                <a:solidFill>
                  <a:srgbClr val="1D8DB0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NL" dirty="0"/>
          </a:p>
        </p:txBody>
      </p:sp>
      <p:sp>
        <p:nvSpPr>
          <p:cNvPr id="10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3" y="4359600"/>
            <a:ext cx="8333999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rgbClr val="005E77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3227703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B0F7E-F2A6-4B9E-B666-96782F6BD6EB}" type="datetime1">
              <a:rPr lang="en-GB" smtClean="0"/>
              <a:t>13/04/2026</a:t>
            </a:fld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79DAE-D0A6-40C3-B8BC-6A97C268D03A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1" y="675126"/>
            <a:ext cx="4648209" cy="5507747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576003" y="1800000"/>
            <a:ext cx="8333999" cy="23868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nl-NL" dirty="0"/>
              <a:t>Klik om de stijl te bewerken</a:t>
            </a:r>
          </a:p>
        </p:txBody>
      </p:sp>
      <p:sp>
        <p:nvSpPr>
          <p:cNvPr id="9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3" y="4359600"/>
            <a:ext cx="8333999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rgbClr val="2F4D5D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270691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6210000"/>
            <a:ext cx="12192000" cy="6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8" name="Afbeelding 7"/>
          <p:cNvPicPr>
            <a:picLocks noChangeAspect="1"/>
          </p:cNvPicPr>
          <p:nvPr userDrawn="1"/>
        </p:nvPicPr>
        <p:blipFill>
          <a:blip r:embed="rId13"/>
          <a:srcRect/>
          <a:stretch/>
        </p:blipFill>
        <p:spPr>
          <a:xfrm>
            <a:off x="11041200" y="6373728"/>
            <a:ext cx="1008305" cy="320541"/>
          </a:xfrm>
          <a:prstGeom prst="rect">
            <a:avLst/>
          </a:prstGeom>
        </p:spPr>
      </p:pic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207036"/>
            <a:ext cx="11041200" cy="1152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110412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66CE46C5-2CC6-4716-9D14-5B4E9AB30B65}" type="datetime1">
              <a:rPr lang="en-GB" smtClean="0"/>
              <a:t>13/04/2026</a:t>
            </a:fld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3" name="Tijdelijke aanduiding voor voettekst 4"/>
          <p:cNvSpPr txBox="1">
            <a:spLocks/>
          </p:cNvSpPr>
          <p:nvPr userDrawn="1"/>
        </p:nvSpPr>
        <p:spPr>
          <a:xfrm>
            <a:off x="5222400" y="6192000"/>
            <a:ext cx="5818800" cy="666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defPPr>
              <a:defRPr lang="nl-NL"/>
            </a:defPPr>
            <a:lvl1pPr marL="0" algn="r" defTabSz="914400" rtl="0" eaLnBrk="1" latinLnBrk="0" hangingPunct="1">
              <a:defRPr sz="1200" b="1" kern="1200" baseline="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400" spc="30" dirty="0"/>
              <a:t>Dynamics of </a:t>
            </a:r>
            <a:r>
              <a:rPr lang="nl-NL" sz="1400" spc="30" dirty="0" err="1"/>
              <a:t>Structures</a:t>
            </a:r>
            <a:endParaRPr lang="nl-NL" sz="1400" spc="30" dirty="0"/>
          </a:p>
        </p:txBody>
      </p:sp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52" r:id="rId5"/>
    <p:sldLayoutId id="2147483653" r:id="rId6"/>
    <p:sldLayoutId id="2147483654" r:id="rId7"/>
    <p:sldLayoutId id="2147483655" r:id="rId8"/>
    <p:sldLayoutId id="2147483661" r:id="rId9"/>
    <p:sldLayoutId id="2147483698" r:id="rId10"/>
    <p:sldLayoutId id="2147483701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baseline="0">
          <a:solidFill>
            <a:schemeClr val="tx2"/>
          </a:solidFill>
          <a:latin typeface="Arial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000" kern="1200" baseline="0">
          <a:solidFill>
            <a:schemeClr val="tx1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42" userDrawn="1">
          <p15:clr>
            <a:srgbClr val="F26B43"/>
          </p15:clr>
        </p15:guide>
        <p15:guide id="2" pos="7319" userDrawn="1">
          <p15:clr>
            <a:srgbClr val="F26B43"/>
          </p15:clr>
        </p15:guide>
        <p15:guide id="3" orient="horz" pos="3857" userDrawn="1">
          <p15:clr>
            <a:srgbClr val="F26B43"/>
          </p15:clr>
        </p15:guide>
        <p15:guide id="4" pos="36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6210000"/>
            <a:ext cx="12192000" cy="6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8" name="Afbeelding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200" y="6353999"/>
            <a:ext cx="1008305" cy="360000"/>
          </a:xfrm>
          <a:prstGeom prst="rect">
            <a:avLst/>
          </a:prstGeom>
        </p:spPr>
      </p:pic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216000"/>
            <a:ext cx="11041200" cy="1152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110412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B4EC4E0C-C04D-41F9-9BAD-CF6E0AB87CEF}" type="datetime1">
              <a:rPr lang="en-GB" smtClean="0"/>
              <a:t>13/04/2026</a:t>
            </a:fld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0" name="Tijdelijke aanduiding voor voettekst 4"/>
          <p:cNvSpPr txBox="1">
            <a:spLocks/>
          </p:cNvSpPr>
          <p:nvPr userDrawn="1"/>
        </p:nvSpPr>
        <p:spPr>
          <a:xfrm>
            <a:off x="5222400" y="6192000"/>
            <a:ext cx="5818800" cy="666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defPPr>
              <a:defRPr lang="nl-NL"/>
            </a:defPPr>
            <a:lvl1pPr marL="0" algn="r" defTabSz="914400" rtl="0" eaLnBrk="1" latinLnBrk="0" hangingPunct="1">
              <a:defRPr sz="1200" b="1" kern="1200" baseline="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400" spc="30" dirty="0"/>
              <a:t>Technologiecampus Gent</a:t>
            </a:r>
          </a:p>
          <a:p>
            <a:r>
              <a:rPr lang="nl-NL" sz="900" b="0" dirty="0"/>
              <a:t>Faculteit</a:t>
            </a:r>
            <a:r>
              <a:rPr lang="nl-NL" sz="900" b="0" baseline="0" dirty="0"/>
              <a:t> Industriële Ingenieurswetenschappen</a:t>
            </a:r>
            <a:endParaRPr lang="nl-NL" sz="900" b="0" dirty="0"/>
          </a:p>
        </p:txBody>
      </p:sp>
    </p:spTree>
    <p:extLst>
      <p:ext uri="{BB962C8B-B14F-4D97-AF65-F5344CB8AC3E}">
        <p14:creationId xmlns:p14="http://schemas.microsoft.com/office/powerpoint/2010/main" val="1732523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baseline="0">
          <a:solidFill>
            <a:schemeClr val="tx2"/>
          </a:solidFill>
          <a:latin typeface="Arial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000" kern="1200" baseline="0">
          <a:solidFill>
            <a:schemeClr val="tx1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>
          <a:xfrm>
            <a:off x="575999" y="2501660"/>
            <a:ext cx="6096524" cy="2603138"/>
          </a:xfrm>
        </p:spPr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Gen AI Exercise</a:t>
            </a:r>
            <a:endParaRPr lang="nl-BE" dirty="0"/>
          </a:p>
        </p:txBody>
      </p:sp>
      <p:sp>
        <p:nvSpPr>
          <p:cNvPr id="5" name="Ondertitel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Peter Van den Broeck</a:t>
            </a:r>
          </a:p>
        </p:txBody>
      </p:sp>
    </p:spTree>
    <p:extLst>
      <p:ext uri="{BB962C8B-B14F-4D97-AF65-F5344CB8AC3E}">
        <p14:creationId xmlns:p14="http://schemas.microsoft.com/office/powerpoint/2010/main" val="362829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2</a:t>
            </a:fld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dirty="0"/>
              <a:t>Box </a:t>
            </a:r>
            <a:r>
              <a:rPr lang="nl-BE" dirty="0" err="1"/>
              <a:t>girder</a:t>
            </a:r>
            <a:r>
              <a:rPr lang="nl-BE" dirty="0"/>
              <a:t> </a:t>
            </a:r>
            <a:r>
              <a:rPr lang="nl-BE" dirty="0" err="1"/>
              <a:t>footbridge</a:t>
            </a:r>
            <a:r>
              <a:rPr lang="nl-BE" dirty="0"/>
              <a:t> 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3"/>
          </p:nvPr>
        </p:nvSpPr>
        <p:spPr>
          <a:xfrm>
            <a:off x="766800" y="1368001"/>
            <a:ext cx="8702207" cy="46803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nl-BE" sz="2000" dirty="0" err="1"/>
              <a:t>Inspired</a:t>
            </a:r>
            <a:r>
              <a:rPr lang="nl-BE" sz="2000" dirty="0"/>
              <a:t> </a:t>
            </a:r>
            <a:r>
              <a:rPr lang="nl-BE" sz="2000" dirty="0" err="1"/>
              <a:t>by</a:t>
            </a:r>
            <a:r>
              <a:rPr lang="nl-BE" sz="2000" dirty="0"/>
              <a:t> Parkbos </a:t>
            </a:r>
            <a:r>
              <a:rPr lang="nl-BE" sz="2000" dirty="0" err="1"/>
              <a:t>footbridge</a:t>
            </a:r>
            <a:endParaRPr lang="nl-BE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nl-BE" sz="2000" dirty="0"/>
              <a:t>Steel box </a:t>
            </a:r>
            <a:r>
              <a:rPr lang="nl-BE" sz="2000" dirty="0" err="1"/>
              <a:t>section</a:t>
            </a:r>
            <a:endParaRPr lang="nl-BE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nl-BE" sz="2000" dirty="0"/>
              <a:t>Concrete deck</a:t>
            </a:r>
          </a:p>
        </p:txBody>
      </p:sp>
      <p:pic>
        <p:nvPicPr>
          <p:cNvPr id="25" name="Afbeelding 24">
            <a:extLst>
              <a:ext uri="{FF2B5EF4-FFF2-40B4-BE49-F238E27FC236}">
                <a16:creationId xmlns:a16="http://schemas.microsoft.com/office/drawing/2014/main" id="{CE321D82-D725-4DD9-816F-4F890E917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472" y="3956333"/>
            <a:ext cx="3257830" cy="2155451"/>
          </a:xfrm>
          <a:prstGeom prst="rect">
            <a:avLst/>
          </a:prstGeom>
        </p:spPr>
      </p:pic>
      <p:pic>
        <p:nvPicPr>
          <p:cNvPr id="26" name="Afbeelding 25">
            <a:extLst>
              <a:ext uri="{FF2B5EF4-FFF2-40B4-BE49-F238E27FC236}">
                <a16:creationId xmlns:a16="http://schemas.microsoft.com/office/drawing/2014/main" id="{A7E21589-1B67-4638-9B7B-70E61F706EB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22" b="40189"/>
          <a:stretch/>
        </p:blipFill>
        <p:spPr>
          <a:xfrm>
            <a:off x="4488519" y="1803878"/>
            <a:ext cx="6096000" cy="205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162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noProof="1" smtClean="0"/>
              <a:pPr/>
              <a:t>3</a:t>
            </a:fld>
            <a:endParaRPr lang="nl-NL" noProof="1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noProof="1"/>
              <a:t>Box girder footbridge 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3"/>
          </p:nvPr>
        </p:nvSpPr>
        <p:spPr>
          <a:xfrm>
            <a:off x="766800" y="1368001"/>
            <a:ext cx="8702207" cy="46803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nl-NL" sz="2000" b="1" noProof="1"/>
              <a:t>Characteristics</a:t>
            </a:r>
          </a:p>
          <a:p>
            <a:pPr lvl="1"/>
            <a:r>
              <a:rPr lang="nl-NL" sz="2000" noProof="1"/>
              <a:t>Box girder – Simply supported	 	  Span L: 40 m </a:t>
            </a:r>
          </a:p>
          <a:p>
            <a:pPr lvl="1"/>
            <a:endParaRPr lang="nl-NL" sz="2000" noProof="1"/>
          </a:p>
          <a:p>
            <a:pPr lvl="1"/>
            <a:endParaRPr lang="nl-NL" sz="2000" noProof="1"/>
          </a:p>
          <a:p>
            <a:pPr lvl="1"/>
            <a:r>
              <a:rPr lang="nl-NL" sz="2000" noProof="1"/>
              <a:t>Girder height H: 700 mm</a:t>
            </a:r>
          </a:p>
          <a:p>
            <a:pPr marL="0" indent="0">
              <a:buNone/>
            </a:pPr>
            <a:endParaRPr lang="nl-NL" sz="2000" noProof="1"/>
          </a:p>
        </p:txBody>
      </p:sp>
      <p:pic>
        <p:nvPicPr>
          <p:cNvPr id="8" name="Afbeelding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597" y="3275968"/>
            <a:ext cx="3000375" cy="2933700"/>
          </a:xfrm>
          <a:prstGeom prst="rect">
            <a:avLst/>
          </a:prstGeom>
        </p:spPr>
      </p:pic>
      <p:cxnSp>
        <p:nvCxnSpPr>
          <p:cNvPr id="11" name="Rechte verbindingslijn 10"/>
          <p:cNvCxnSpPr/>
          <p:nvPr/>
        </p:nvCxnSpPr>
        <p:spPr bwMode="auto">
          <a:xfrm>
            <a:off x="7431926" y="2225757"/>
            <a:ext cx="2880375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Rechte verbindingslijn 11"/>
          <p:cNvCxnSpPr/>
          <p:nvPr/>
        </p:nvCxnSpPr>
        <p:spPr bwMode="auto">
          <a:xfrm flipH="1" flipV="1">
            <a:off x="7431926" y="2225758"/>
            <a:ext cx="115215" cy="153619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Rechte verbindingslijn 12"/>
          <p:cNvCxnSpPr/>
          <p:nvPr/>
        </p:nvCxnSpPr>
        <p:spPr bwMode="auto">
          <a:xfrm flipV="1">
            <a:off x="7316711" y="2225757"/>
            <a:ext cx="115215" cy="153619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Rechte verbindingslijn 13"/>
          <p:cNvCxnSpPr/>
          <p:nvPr/>
        </p:nvCxnSpPr>
        <p:spPr bwMode="auto">
          <a:xfrm>
            <a:off x="7201495" y="2379376"/>
            <a:ext cx="460860" cy="0"/>
          </a:xfrm>
          <a:prstGeom prst="line">
            <a:avLst/>
          </a:prstGeom>
          <a:noFill/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Rechthoek 14"/>
          <p:cNvSpPr/>
          <p:nvPr/>
        </p:nvSpPr>
        <p:spPr bwMode="auto">
          <a:xfrm>
            <a:off x="7201495" y="2391617"/>
            <a:ext cx="460860" cy="111897"/>
          </a:xfrm>
          <a:prstGeom prst="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endParaRPr lang="nl-NL" sz="2400" noProof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16" name="Rechte verbindingslijn 15"/>
          <p:cNvCxnSpPr/>
          <p:nvPr/>
        </p:nvCxnSpPr>
        <p:spPr bwMode="auto">
          <a:xfrm>
            <a:off x="10081870" y="2379376"/>
            <a:ext cx="460860" cy="0"/>
          </a:xfrm>
          <a:prstGeom prst="line">
            <a:avLst/>
          </a:prstGeom>
          <a:noFill/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Rechthoek 16"/>
          <p:cNvSpPr/>
          <p:nvPr/>
        </p:nvSpPr>
        <p:spPr bwMode="auto">
          <a:xfrm>
            <a:off x="10081870" y="2391617"/>
            <a:ext cx="460860" cy="111897"/>
          </a:xfrm>
          <a:prstGeom prst="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endParaRPr lang="nl-NL" sz="2400" noProof="1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8" name="Ovaal 17"/>
          <p:cNvSpPr/>
          <p:nvPr/>
        </p:nvSpPr>
        <p:spPr bwMode="auto">
          <a:xfrm>
            <a:off x="10235490" y="2225758"/>
            <a:ext cx="154800" cy="153619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endParaRPr lang="nl-NL" sz="2400" noProof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19" name="Rechte verbindingslijn 18">
            <a:extLst>
              <a:ext uri="{FF2B5EF4-FFF2-40B4-BE49-F238E27FC236}">
                <a16:creationId xmlns:a16="http://schemas.microsoft.com/office/drawing/2014/main" id="{A7001363-80DF-4C81-A3BC-ECBB67CBDEDA}"/>
              </a:ext>
            </a:extLst>
          </p:cNvPr>
          <p:cNvCxnSpPr/>
          <p:nvPr/>
        </p:nvCxnSpPr>
        <p:spPr bwMode="auto">
          <a:xfrm>
            <a:off x="7424526" y="2679996"/>
            <a:ext cx="2880375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20" name="Rechte verbindingslijn 19">
            <a:extLst>
              <a:ext uri="{FF2B5EF4-FFF2-40B4-BE49-F238E27FC236}">
                <a16:creationId xmlns:a16="http://schemas.microsoft.com/office/drawing/2014/main" id="{03A34115-3DE7-4C41-81CD-B49BCB34E01F}"/>
              </a:ext>
            </a:extLst>
          </p:cNvPr>
          <p:cNvCxnSpPr/>
          <p:nvPr/>
        </p:nvCxnSpPr>
        <p:spPr>
          <a:xfrm>
            <a:off x="7431925" y="2503514"/>
            <a:ext cx="0" cy="308411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Rechte verbindingslijn 20">
            <a:extLst>
              <a:ext uri="{FF2B5EF4-FFF2-40B4-BE49-F238E27FC236}">
                <a16:creationId xmlns:a16="http://schemas.microsoft.com/office/drawing/2014/main" id="{6FA66984-8102-4854-8327-67F255019005}"/>
              </a:ext>
            </a:extLst>
          </p:cNvPr>
          <p:cNvCxnSpPr/>
          <p:nvPr/>
        </p:nvCxnSpPr>
        <p:spPr>
          <a:xfrm>
            <a:off x="10292017" y="2522749"/>
            <a:ext cx="0" cy="308411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kstvak 21">
            <a:extLst>
              <a:ext uri="{FF2B5EF4-FFF2-40B4-BE49-F238E27FC236}">
                <a16:creationId xmlns:a16="http://schemas.microsoft.com/office/drawing/2014/main" id="{2B46CD2B-5316-4D1C-B247-C68932D01ECB}"/>
              </a:ext>
            </a:extLst>
          </p:cNvPr>
          <p:cNvSpPr txBox="1"/>
          <p:nvPr/>
        </p:nvSpPr>
        <p:spPr>
          <a:xfrm>
            <a:off x="8766926" y="2323962"/>
            <a:ext cx="1392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noProof="1"/>
              <a:t>L</a:t>
            </a:r>
          </a:p>
        </p:txBody>
      </p:sp>
      <p:pic>
        <p:nvPicPr>
          <p:cNvPr id="23" name="Afbeelding 22">
            <a:extLst>
              <a:ext uri="{FF2B5EF4-FFF2-40B4-BE49-F238E27FC236}">
                <a16:creationId xmlns:a16="http://schemas.microsoft.com/office/drawing/2014/main" id="{34514D88-4B88-4959-AD69-5F2C864BE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72" y="3285397"/>
            <a:ext cx="5337029" cy="2924603"/>
          </a:xfrm>
          <a:prstGeom prst="rect">
            <a:avLst/>
          </a:prstGeom>
        </p:spPr>
      </p:pic>
      <p:sp>
        <p:nvSpPr>
          <p:cNvPr id="24" name="Tekstvak 23">
            <a:extLst>
              <a:ext uri="{FF2B5EF4-FFF2-40B4-BE49-F238E27FC236}">
                <a16:creationId xmlns:a16="http://schemas.microsoft.com/office/drawing/2014/main" id="{8228DDF7-B902-4CBF-B995-E2A1D5A88668}"/>
              </a:ext>
            </a:extLst>
          </p:cNvPr>
          <p:cNvSpPr txBox="1"/>
          <p:nvPr/>
        </p:nvSpPr>
        <p:spPr>
          <a:xfrm>
            <a:off x="9869238" y="4482228"/>
            <a:ext cx="1392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noProof="1"/>
              <a:t>H</a:t>
            </a:r>
          </a:p>
        </p:txBody>
      </p:sp>
      <p:sp>
        <p:nvSpPr>
          <p:cNvPr id="2" name="Rechthoek 1">
            <a:extLst>
              <a:ext uri="{FF2B5EF4-FFF2-40B4-BE49-F238E27FC236}">
                <a16:creationId xmlns:a16="http://schemas.microsoft.com/office/drawing/2014/main" id="{F5C53610-848B-D7DA-016D-0F8CF6A5DFE1}"/>
              </a:ext>
            </a:extLst>
          </p:cNvPr>
          <p:cNvSpPr/>
          <p:nvPr/>
        </p:nvSpPr>
        <p:spPr>
          <a:xfrm>
            <a:off x="9811265" y="4851560"/>
            <a:ext cx="856736" cy="1488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1"/>
          </a:p>
        </p:txBody>
      </p:sp>
    </p:spTree>
    <p:extLst>
      <p:ext uri="{BB962C8B-B14F-4D97-AF65-F5344CB8AC3E}">
        <p14:creationId xmlns:p14="http://schemas.microsoft.com/office/powerpoint/2010/main" val="1876294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690E8-4474-149A-826F-D451E41C3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6DE9A8F-61FE-44F6-0238-5D8094D9F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4</a:t>
            </a:fld>
            <a:endParaRPr lang="nl-NL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F7273A7E-621D-906A-3C81-152E26416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dirty="0"/>
              <a:t>Box </a:t>
            </a:r>
            <a:r>
              <a:rPr lang="nl-BE" dirty="0" err="1"/>
              <a:t>girder</a:t>
            </a:r>
            <a:r>
              <a:rPr lang="nl-BE" dirty="0"/>
              <a:t> </a:t>
            </a:r>
            <a:r>
              <a:rPr lang="nl-BE" dirty="0" err="1"/>
              <a:t>footbridge</a:t>
            </a:r>
            <a:r>
              <a:rPr lang="nl-BE" dirty="0"/>
              <a:t> 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B8F90A5-FE02-F5B0-03FA-662CFF653D3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6800" y="1368001"/>
            <a:ext cx="10167089" cy="46803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nl-BE" sz="2000" b="1" dirty="0" err="1"/>
              <a:t>Questions</a:t>
            </a:r>
            <a:endParaRPr lang="nl-BE" sz="2000" b="1" dirty="0"/>
          </a:p>
          <a:p>
            <a:pPr lvl="1"/>
            <a:r>
              <a:rPr lang="nl-BE" sz="2000" dirty="0" err="1"/>
              <a:t>Fundamental</a:t>
            </a:r>
            <a:r>
              <a:rPr lang="nl-BE" sz="2000" dirty="0"/>
              <a:t> </a:t>
            </a:r>
            <a:r>
              <a:rPr lang="nl-BE" sz="2000" dirty="0" err="1"/>
              <a:t>vertical</a:t>
            </a:r>
            <a:r>
              <a:rPr lang="nl-BE" sz="2000" dirty="0"/>
              <a:t> </a:t>
            </a:r>
            <a:r>
              <a:rPr lang="nl-BE" sz="2000" dirty="0" err="1"/>
              <a:t>natural</a:t>
            </a:r>
            <a:r>
              <a:rPr lang="nl-BE" sz="2000" dirty="0"/>
              <a:t> </a:t>
            </a:r>
            <a:r>
              <a:rPr lang="nl-BE" sz="2000" dirty="0" err="1"/>
              <a:t>frequency</a:t>
            </a:r>
            <a:r>
              <a:rPr lang="nl-BE" sz="2000" dirty="0"/>
              <a:t> in Hz?</a:t>
            </a:r>
          </a:p>
          <a:p>
            <a:pPr lvl="1"/>
            <a:endParaRPr lang="nl-BE" sz="2000" dirty="0"/>
          </a:p>
          <a:p>
            <a:pPr lvl="1"/>
            <a:r>
              <a:rPr lang="nl-BE" sz="2000" dirty="0" err="1"/>
              <a:t>What</a:t>
            </a:r>
            <a:r>
              <a:rPr lang="nl-BE" sz="2000" dirty="0"/>
              <a:t> is </a:t>
            </a:r>
            <a:r>
              <a:rPr lang="nl-BE" sz="2000" dirty="0" err="1"/>
              <a:t>the</a:t>
            </a:r>
            <a:r>
              <a:rPr lang="nl-BE" sz="2000" dirty="0"/>
              <a:t> </a:t>
            </a:r>
            <a:r>
              <a:rPr lang="nl-BE" sz="2000" dirty="0" err="1"/>
              <a:t>required</a:t>
            </a:r>
            <a:r>
              <a:rPr lang="nl-BE" sz="2000" dirty="0"/>
              <a:t> </a:t>
            </a:r>
            <a:r>
              <a:rPr lang="nl-BE" sz="2000" dirty="0" err="1"/>
              <a:t>mass</a:t>
            </a:r>
            <a:r>
              <a:rPr lang="nl-BE" sz="2000" dirty="0"/>
              <a:t> of a </a:t>
            </a:r>
            <a:r>
              <a:rPr lang="nl-BE" sz="2000" dirty="0" err="1"/>
              <a:t>Tuned</a:t>
            </a:r>
            <a:r>
              <a:rPr lang="nl-BE" sz="2000" dirty="0"/>
              <a:t> Mass Damper (TMD) </a:t>
            </a:r>
            <a:r>
              <a:rPr lang="nl-BE" sz="2000" dirty="0" err="1"/>
              <a:t>attached</a:t>
            </a:r>
            <a:r>
              <a:rPr lang="nl-BE" sz="2000" dirty="0"/>
              <a:t> at </a:t>
            </a:r>
            <a:r>
              <a:rPr lang="nl-BE" sz="2000" dirty="0" err="1"/>
              <a:t>midspan</a:t>
            </a:r>
            <a:br>
              <a:rPr lang="nl-BE" sz="2000" dirty="0"/>
            </a:br>
            <a:r>
              <a:rPr lang="nl-BE" sz="2000" dirty="0" err="1"/>
              <a:t>to</a:t>
            </a:r>
            <a:r>
              <a:rPr lang="nl-BE" sz="2000" dirty="0"/>
              <a:t> </a:t>
            </a:r>
            <a:r>
              <a:rPr lang="nl-BE" sz="2000" dirty="0" err="1"/>
              <a:t>reduce</a:t>
            </a:r>
            <a:r>
              <a:rPr lang="nl-BE" sz="2000" dirty="0"/>
              <a:t> </a:t>
            </a:r>
            <a:r>
              <a:rPr lang="nl-BE" sz="2000" dirty="0" err="1"/>
              <a:t>the</a:t>
            </a:r>
            <a:r>
              <a:rPr lang="nl-BE" sz="2000" dirty="0"/>
              <a:t> </a:t>
            </a:r>
            <a:r>
              <a:rPr lang="nl-BE" sz="2000" dirty="0" err="1"/>
              <a:t>contribution</a:t>
            </a:r>
            <a:r>
              <a:rPr lang="nl-BE" sz="2000" dirty="0"/>
              <a:t> of </a:t>
            </a:r>
            <a:r>
              <a:rPr lang="nl-BE" sz="2000" dirty="0" err="1"/>
              <a:t>the</a:t>
            </a:r>
            <a:r>
              <a:rPr lang="nl-BE" sz="2000" dirty="0"/>
              <a:t> first mode </a:t>
            </a:r>
            <a:r>
              <a:rPr lang="nl-BE" sz="2000" dirty="0" err="1"/>
              <a:t>to</a:t>
            </a:r>
            <a:r>
              <a:rPr lang="nl-BE" sz="2000" dirty="0"/>
              <a:t> </a:t>
            </a:r>
            <a:r>
              <a:rPr lang="nl-BE" sz="2000" dirty="0" err="1"/>
              <a:t>the</a:t>
            </a:r>
            <a:r>
              <a:rPr lang="nl-BE" sz="2000" dirty="0"/>
              <a:t> </a:t>
            </a:r>
            <a:r>
              <a:rPr lang="nl-BE" sz="2000" dirty="0" err="1"/>
              <a:t>acceleration</a:t>
            </a:r>
            <a:r>
              <a:rPr lang="nl-BE" sz="2000" dirty="0"/>
              <a:t> level </a:t>
            </a:r>
            <a:br>
              <a:rPr lang="nl-BE" sz="2000" dirty="0"/>
            </a:br>
            <a:r>
              <a:rPr lang="nl-BE" sz="2000" dirty="0" err="1"/>
              <a:t>with</a:t>
            </a:r>
            <a:r>
              <a:rPr lang="nl-BE" sz="2000" dirty="0"/>
              <a:t> a factor of 10 (</a:t>
            </a:r>
            <a:r>
              <a:rPr lang="nl-BE" sz="2000" dirty="0" err="1"/>
              <a:t>corresponding</a:t>
            </a:r>
            <a:r>
              <a:rPr lang="nl-BE" sz="2000" dirty="0"/>
              <a:t> </a:t>
            </a:r>
            <a:r>
              <a:rPr lang="nl-BE" sz="2000" dirty="0" err="1"/>
              <a:t>to</a:t>
            </a:r>
            <a:r>
              <a:rPr lang="nl-BE" sz="2000" dirty="0"/>
              <a:t> a </a:t>
            </a:r>
            <a:r>
              <a:rPr lang="nl-BE" sz="2000" dirty="0" err="1"/>
              <a:t>increase</a:t>
            </a:r>
            <a:r>
              <a:rPr lang="nl-BE" sz="2000" dirty="0"/>
              <a:t> in </a:t>
            </a:r>
            <a:r>
              <a:rPr lang="nl-BE" sz="2000" dirty="0" err="1"/>
              <a:t>damping</a:t>
            </a:r>
            <a:r>
              <a:rPr lang="nl-BE" sz="2000" dirty="0"/>
              <a:t> </a:t>
            </a:r>
            <a:r>
              <a:rPr lang="nl-BE" sz="2000" dirty="0" err="1"/>
              <a:t>from</a:t>
            </a:r>
            <a:r>
              <a:rPr lang="nl-BE" sz="2000" dirty="0"/>
              <a:t> 0.4% </a:t>
            </a:r>
            <a:r>
              <a:rPr lang="nl-BE" sz="2000" dirty="0" err="1"/>
              <a:t>to</a:t>
            </a:r>
            <a:r>
              <a:rPr lang="nl-BE" sz="2000" dirty="0"/>
              <a:t> 4%)</a:t>
            </a:r>
          </a:p>
          <a:p>
            <a:pPr lvl="1"/>
            <a:endParaRPr lang="nl-BE" sz="2000" dirty="0"/>
          </a:p>
          <a:p>
            <a:pPr lvl="1"/>
            <a:r>
              <a:rPr lang="nl-BE" sz="2000" dirty="0"/>
              <a:t>Present </a:t>
            </a:r>
            <a:r>
              <a:rPr lang="nl-BE" sz="2000" dirty="0" err="1"/>
              <a:t>the</a:t>
            </a:r>
            <a:r>
              <a:rPr lang="nl-BE" sz="2000" dirty="0"/>
              <a:t> </a:t>
            </a:r>
            <a:r>
              <a:rPr lang="nl-BE" sz="2000" dirty="0" err="1"/>
              <a:t>frequency</a:t>
            </a:r>
            <a:r>
              <a:rPr lang="nl-BE" sz="2000" dirty="0"/>
              <a:t> response </a:t>
            </a:r>
            <a:r>
              <a:rPr lang="nl-BE" sz="2000" dirty="0" err="1"/>
              <a:t>function</a:t>
            </a:r>
            <a:r>
              <a:rPr lang="nl-BE" sz="2000" dirty="0"/>
              <a:t> (FRF) </a:t>
            </a:r>
            <a:r>
              <a:rPr lang="nl-BE" sz="2000" dirty="0" err="1"/>
              <a:t>for</a:t>
            </a:r>
            <a:r>
              <a:rPr lang="nl-BE" sz="2000" dirty="0"/>
              <a:t> input </a:t>
            </a:r>
            <a:r>
              <a:rPr lang="nl-BE" sz="2000" dirty="0" err="1"/>
              <a:t>and</a:t>
            </a:r>
            <a:r>
              <a:rPr lang="nl-BE" sz="2000" dirty="0"/>
              <a:t> output at </a:t>
            </a:r>
            <a:r>
              <a:rPr lang="nl-BE" sz="2000" dirty="0" err="1"/>
              <a:t>midspan</a:t>
            </a:r>
            <a:br>
              <a:rPr lang="nl-BE" sz="2000" dirty="0"/>
            </a:br>
            <a:r>
              <a:rPr lang="nl-BE" sz="2000" dirty="0"/>
              <a:t>without </a:t>
            </a:r>
            <a:r>
              <a:rPr lang="nl-BE" sz="2000" dirty="0" err="1"/>
              <a:t>and</a:t>
            </a:r>
            <a:r>
              <a:rPr lang="nl-BE" sz="2000" dirty="0"/>
              <a:t> </a:t>
            </a:r>
            <a:r>
              <a:rPr lang="nl-BE" sz="2000" dirty="0" err="1"/>
              <a:t>with</a:t>
            </a:r>
            <a:r>
              <a:rPr lang="nl-BE" sz="2000" dirty="0"/>
              <a:t> </a:t>
            </a:r>
            <a:r>
              <a:rPr lang="nl-BE" sz="2000" dirty="0" err="1"/>
              <a:t>the</a:t>
            </a:r>
            <a:r>
              <a:rPr lang="nl-BE" sz="2000" dirty="0"/>
              <a:t> TMD</a:t>
            </a:r>
          </a:p>
          <a:p>
            <a:pPr marL="0" indent="0">
              <a:buNone/>
            </a:pPr>
            <a:endParaRPr lang="nl-BE" sz="2000" dirty="0"/>
          </a:p>
        </p:txBody>
      </p:sp>
    </p:spTree>
    <p:extLst>
      <p:ext uri="{BB962C8B-B14F-4D97-AF65-F5344CB8AC3E}">
        <p14:creationId xmlns:p14="http://schemas.microsoft.com/office/powerpoint/2010/main" val="1947863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8BA1C-134C-D7F7-A7C8-910073795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572BBC8-B147-F490-5B72-28839313A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5</a:t>
            </a:fld>
            <a:endParaRPr lang="nl-NL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A179455-E9BA-8676-E68E-FF1C04A21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dirty="0"/>
              <a:t>Box </a:t>
            </a:r>
            <a:r>
              <a:rPr lang="nl-BE" dirty="0" err="1"/>
              <a:t>girder</a:t>
            </a:r>
            <a:r>
              <a:rPr lang="nl-BE" dirty="0"/>
              <a:t> </a:t>
            </a:r>
            <a:r>
              <a:rPr lang="nl-BE" dirty="0" err="1"/>
              <a:t>footbridge</a:t>
            </a:r>
            <a:r>
              <a:rPr lang="nl-BE" dirty="0"/>
              <a:t> 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299749B-7C61-0198-278D-4B736354A1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6800" y="1368001"/>
            <a:ext cx="8702207" cy="46803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nl-BE" sz="2000" b="1" dirty="0" err="1"/>
              <a:t>Answers</a:t>
            </a:r>
            <a:r>
              <a:rPr lang="nl-BE" sz="2000" dirty="0"/>
              <a:t> (± 5% is ok)</a:t>
            </a:r>
            <a:endParaRPr lang="nl-BE" sz="2000" b="1" dirty="0"/>
          </a:p>
          <a:p>
            <a:pPr lvl="1"/>
            <a:r>
              <a:rPr lang="nl-BE" sz="2000" dirty="0" err="1"/>
              <a:t>Fundamental</a:t>
            </a:r>
            <a:r>
              <a:rPr lang="nl-BE" sz="2000" dirty="0"/>
              <a:t> </a:t>
            </a:r>
            <a:r>
              <a:rPr lang="nl-BE" sz="2000" dirty="0" err="1"/>
              <a:t>vertical</a:t>
            </a:r>
            <a:br>
              <a:rPr lang="nl-BE" sz="2000" dirty="0"/>
            </a:br>
            <a:r>
              <a:rPr lang="nl-BE" sz="2000" dirty="0" err="1"/>
              <a:t>natural</a:t>
            </a:r>
            <a:r>
              <a:rPr lang="nl-BE" sz="2000" dirty="0"/>
              <a:t> </a:t>
            </a:r>
            <a:r>
              <a:rPr lang="nl-BE" sz="2000" dirty="0" err="1"/>
              <a:t>frequency</a:t>
            </a:r>
            <a:r>
              <a:rPr lang="nl-BE" sz="2000" dirty="0"/>
              <a:t> in Hz:</a:t>
            </a:r>
          </a:p>
          <a:p>
            <a:pPr marL="457200" lvl="1" indent="0">
              <a:buNone/>
            </a:pPr>
            <a:r>
              <a:rPr lang="nl-BE" sz="2000" dirty="0"/>
              <a:t>	1.16 Hz</a:t>
            </a:r>
          </a:p>
          <a:p>
            <a:pPr lvl="1"/>
            <a:endParaRPr lang="nl-BE" sz="2000" dirty="0"/>
          </a:p>
          <a:p>
            <a:pPr lvl="1"/>
            <a:r>
              <a:rPr lang="nl-BE" sz="2000" dirty="0"/>
              <a:t>TMD </a:t>
            </a:r>
            <a:r>
              <a:rPr lang="nl-BE" sz="2000" dirty="0" err="1"/>
              <a:t>mass</a:t>
            </a:r>
            <a:r>
              <a:rPr lang="nl-BE" sz="2000" dirty="0"/>
              <a:t>: 557 kg</a:t>
            </a:r>
          </a:p>
          <a:p>
            <a:pPr lvl="1"/>
            <a:endParaRPr lang="nl-BE" sz="2000" dirty="0"/>
          </a:p>
          <a:p>
            <a:pPr lvl="1"/>
            <a:r>
              <a:rPr lang="nl-BE" sz="2000" dirty="0"/>
              <a:t>FRF</a:t>
            </a:r>
          </a:p>
          <a:p>
            <a:pPr marL="0" indent="0">
              <a:buNone/>
            </a:pPr>
            <a:endParaRPr lang="nl-BE" sz="2000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EB072D5E-AFCC-2C39-D01C-B91A6CC53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664" y="1639024"/>
            <a:ext cx="5595536" cy="419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605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pPr/>
              <a:t>6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81168392"/>
      </p:ext>
    </p:extLst>
  </p:cSld>
  <p:clrMapOvr>
    <a:masterClrMapping/>
  </p:clrMapOvr>
</p:sld>
</file>

<file path=ppt/theme/theme1.xml><?xml version="1.0" encoding="utf-8"?>
<a:theme xmlns:a="http://schemas.openxmlformats.org/drawingml/2006/main" name="KU Leuven">
  <a:themeElements>
    <a:clrScheme name="Custom 14">
      <a:dk1>
        <a:srgbClr val="2F4D5D"/>
      </a:dk1>
      <a:lt1>
        <a:srgbClr val="FFFFFF"/>
      </a:lt1>
      <a:dk2>
        <a:srgbClr val="1D8DB0"/>
      </a:dk2>
      <a:lt2>
        <a:srgbClr val="DCE7F0"/>
      </a:lt2>
      <a:accent1>
        <a:srgbClr val="1D8DB0"/>
      </a:accent1>
      <a:accent2>
        <a:srgbClr val="2F4D5D"/>
      </a:accent2>
      <a:accent3>
        <a:srgbClr val="52BDEC"/>
      </a:accent3>
      <a:accent4>
        <a:srgbClr val="466E87"/>
      </a:accent4>
      <a:accent5>
        <a:srgbClr val="E7B037"/>
      </a:accent5>
      <a:accent6>
        <a:srgbClr val="D4D842"/>
      </a:accent6>
      <a:hlink>
        <a:srgbClr val="466E87"/>
      </a:hlink>
      <a:folHlink>
        <a:srgbClr val="1D8D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U Leuven Sedes">
  <a:themeElements>
    <a:clrScheme name="Custom 14">
      <a:dk1>
        <a:srgbClr val="2F4D5D"/>
      </a:dk1>
      <a:lt1>
        <a:srgbClr val="FFFFFF"/>
      </a:lt1>
      <a:dk2>
        <a:srgbClr val="1D8DB0"/>
      </a:dk2>
      <a:lt2>
        <a:srgbClr val="DCE7F0"/>
      </a:lt2>
      <a:accent1>
        <a:srgbClr val="1D8DB0"/>
      </a:accent1>
      <a:accent2>
        <a:srgbClr val="2F4D5D"/>
      </a:accent2>
      <a:accent3>
        <a:srgbClr val="52BDEC"/>
      </a:accent3>
      <a:accent4>
        <a:srgbClr val="466E87"/>
      </a:accent4>
      <a:accent5>
        <a:srgbClr val="E7B037"/>
      </a:accent5>
      <a:accent6>
        <a:srgbClr val="D4D842"/>
      </a:accent6>
      <a:hlink>
        <a:srgbClr val="466E87"/>
      </a:hlink>
      <a:folHlink>
        <a:srgbClr val="1D8D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U Leuven" id="{BC384CAF-57B4-4083-BC3D-22218BF4A46A}" vid="{75672E21-F18C-4958-94B8-19E54344552B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1174F9DAA68943A4F64D1C7FA5190F" ma:contentTypeVersion="18" ma:contentTypeDescription="Create a new document." ma:contentTypeScope="" ma:versionID="3f3093a9f67fa64d536eeba047bde347">
  <xsd:schema xmlns:xsd="http://www.w3.org/2001/XMLSchema" xmlns:xs="http://www.w3.org/2001/XMLSchema" xmlns:p="http://schemas.microsoft.com/office/2006/metadata/properties" xmlns:ns3="cd9202a6-e211-4275-8e27-b09f1131300c" xmlns:ns4="61dace89-6e26-49db-a801-3b0b4dff7cd3" targetNamespace="http://schemas.microsoft.com/office/2006/metadata/properties" ma:root="true" ma:fieldsID="f8074747620b02665aa4277ee4d8d0fa" ns3:_="" ns4:_="">
    <xsd:import namespace="cd9202a6-e211-4275-8e27-b09f1131300c"/>
    <xsd:import namespace="61dace89-6e26-49db-a801-3b0b4dff7cd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9202a6-e211-4275-8e27-b09f113130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dace89-6e26-49db-a801-3b0b4dff7cd3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d9202a6-e211-4275-8e27-b09f1131300c" xsi:nil="true"/>
  </documentManagement>
</p:properties>
</file>

<file path=customXml/itemProps1.xml><?xml version="1.0" encoding="utf-8"?>
<ds:datastoreItem xmlns:ds="http://schemas.openxmlformats.org/officeDocument/2006/customXml" ds:itemID="{E420B117-E4A9-4E6C-A65C-B6B79494217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d9202a6-e211-4275-8e27-b09f1131300c"/>
    <ds:schemaRef ds:uri="61dace89-6e26-49db-a801-3b0b4dff7cd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4F4E950-551C-4C1F-9017-CC8B834EEDF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4C1E7F7-7906-4FBF-82C7-309A1BC65B0D}">
  <ds:schemaRefs>
    <ds:schemaRef ds:uri="http://purl.org/dc/terms/"/>
    <ds:schemaRef ds:uri="61dace89-6e26-49db-a801-3b0b4dff7cd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cd9202a6-e211-4275-8e27-b09f1131300c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KU Leuven</Template>
  <TotalTime>126</TotalTime>
  <Words>156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Wingdings</vt:lpstr>
      <vt:lpstr>KU Leuven</vt:lpstr>
      <vt:lpstr>KU Leuven Sedes</vt:lpstr>
      <vt:lpstr>Gen AI Exercise</vt:lpstr>
      <vt:lpstr>Box girder footbridge </vt:lpstr>
      <vt:lpstr>Box girder footbridge </vt:lpstr>
      <vt:lpstr>Box girder footbridge </vt:lpstr>
      <vt:lpstr>Box girder footbridge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Maarten Bassier</cp:lastModifiedBy>
  <cp:revision>3</cp:revision>
  <dcterms:created xsi:type="dcterms:W3CDTF">2017-09-13T11:47:32Z</dcterms:created>
  <dcterms:modified xsi:type="dcterms:W3CDTF">2026-04-13T19:20:04Z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0x010100371174F9DAA68943A4F64D1C7FA5190F</vt:lpwstr>
  </property>
</Properties>
</file>